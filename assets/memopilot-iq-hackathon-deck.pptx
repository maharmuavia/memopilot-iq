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MemoPilot 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  <a:latin typeface="Aptos"/>
              </a:defRPr>
            </a:pPr>
            <a:r>
              <a:t>Auditable memory governance for persistent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7D2FE"/>
                </a:solidFill>
                <a:latin typeface="Aptos"/>
              </a:defRPr>
            </a:pPr>
            <a:r>
              <a:t>Qwen Cloud Global AI Hackathon · Track 1: MemoryAgent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Current build: React + Vite · FastAPI · Qwen via DashScope · SQLite locally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10149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Aptos"/>
              </a:defRPr>
            </a:pPr>
            <a:r>
              <a:t>Cloud deployment proof will be added only after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FDBF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Long conversations are not durable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965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99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Context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01368"/>
            <a:ext cx="310896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New sessions forget preferences, decisions, and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196596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Stale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10896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Naive retrieval can replay choices the user later replaced.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965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99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Token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310896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Full-history prompts waste context on irrelevant or expired material.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39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ptos"/>
              </a:defRPr>
            </a:pPr>
            <a:r>
              <a:t>The goal is not to store everything. It is to retain the right facts, retire stale ones, and explain every selection.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A lifecycle-aware memory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Extract typed records instead of keeping raw chat history.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Retrieve with semantics, keywords, tags, project scope, and lifecycle state.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Respect a hard 2,500-token memory budget and prioritise critical constraints.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Supersede, expire, archive, and delete without losing the audit trail.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Expose a Memory Trace for included and skipped memories.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508760"/>
            <a:ext cx="4251960" cy="233172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673351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Judge-facing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075688"/>
            <a:ext cx="3886200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Cross-session recall</a:t>
            </a:r>
            <a:br/>
            <a:r>
              <a:t>Supersession without stale leakage</a:t>
            </a:r>
            <a:br/>
            <a:r>
              <a:t>Transparent trace accounting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160520"/>
            <a:ext cx="4251960" cy="123444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325112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Product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727448"/>
            <a:ext cx="38862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Current implementation facts stay separate from user preferences and future plans.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Current implementation and cloud adapter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417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30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929384" y="225856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65960"/>
            <a:ext cx="1417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130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32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712464" y="225856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965960"/>
            <a:ext cx="141732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130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MemoPilot</a:t>
            </a:r>
            <a:br/>
            <a:r>
              <a:t>Memory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532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495544" y="225856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59" y="1965960"/>
            <a:ext cx="1417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130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Qwen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32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Aptos"/>
              </a:defRPr>
            </a:pPr>
            <a:r>
              <a:t>SQLite + local vectors today · Alibaba Tablestore + OSS adapters after 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143000"/>
            <a:ext cx="3749039" cy="2148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130759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Implemented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709928"/>
            <a:ext cx="3383279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React 18 + Vite frontend</a:t>
            </a:r>
            <a:br/>
            <a:r>
              <a:t>FastAPI backend</a:t>
            </a:r>
            <a:br/>
            <a:r>
              <a:t>Qwen chat, extraction, and embeddings through DashScope</a:t>
            </a:r>
            <a:br/>
            <a:r>
              <a:t>SQLite + local vector retrieval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657600"/>
            <a:ext cx="3749039" cy="160020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822191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Deploy after the local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224528"/>
            <a:ext cx="3383279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Tablestore and OSS adapters exist. Do not label them live until health, persistence, and cloud evidence are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Memory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Keep history without replaying stale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417320" cy="786384"/>
          </a:xfrm>
          <a:prstGeom prst="roundRect">
            <a:avLst/>
          </a:prstGeom>
          <a:solidFill>
            <a:srgbClr val="EFF6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2212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2011680"/>
            <a:ext cx="1417320" cy="786384"/>
          </a:xfrm>
          <a:prstGeom prst="roundRect">
            <a:avLst/>
          </a:prstGeom>
          <a:solidFill>
            <a:srgbClr val="EFF6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064" y="2212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011680"/>
            <a:ext cx="1417320" cy="786384"/>
          </a:xfrm>
          <a:prstGeom prst="roundRect">
            <a:avLst/>
          </a:prstGeom>
          <a:solidFill>
            <a:srgbClr val="EFF6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2212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011680"/>
            <a:ext cx="1417320" cy="786384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Supersede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212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2011680"/>
            <a:ext cx="1417320" cy="786384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Expire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212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011680"/>
            <a:ext cx="1417320" cy="786384"/>
          </a:xfrm>
          <a:prstGeom prst="roundRect">
            <a:avLst/>
          </a:prstGeom>
          <a:solidFill>
            <a:srgbClr val="EFF6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2258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404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Aptos"/>
              </a:defRPr>
            </a:pPr>
            <a:r>
              <a:t>A planned migration can supersede an earlier preference while the assistant still states the verified stack in the submitted build today.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1772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Aptos"/>
              </a:defRPr>
            </a:pPr>
            <a:r>
              <a:t>User intent is retained, but it does not rewrite repository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Retrieval, safety,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Transparent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990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01368"/>
            <a:ext cx="31546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Hybrid scoring combines relevance, importance, recency, usage, project match, criticality, and lifecycle penalties.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224028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1546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Secret patterns are redacted before persistence. Production supports server-side API keys and rate limiting.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990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31546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Pin, archive, edit, delete, export, forget-all, timeline, graph, analytics, and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Aptos"/>
              </a:defRPr>
            </a:pPr>
            <a:r>
              <a:t>The Memory Trace makes retrieval inspectable: included memory, skipped memory, scores, reasons, and token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Qwen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Three live model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375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29718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Qwen generates answers from the current message plus selected memory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201168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7"/>
            <a:ext cx="29718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Qwen returns structured memory actions: create, update, supersede, or forget.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375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49047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92807"/>
            <a:ext cx="29718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Qwen embeddings support semantic retrieval alongside sparse and structured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Aptos"/>
              </a:defRPr>
            </a:pPr>
            <a:r>
              <a:t>Offline fallback keeps setup and tests reproducible. Final evidence must use the deployed Qwen-backed configuration.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Evidence, not hard-coded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24-scenario diagnostic compares memory-augmented answers with a no-memory baseline.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Reports strict answer checks, context recall, stale-memory avoidance, token reduction, and retrieval latency.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The UI displays the report generated by the active configuration; it does not present preset winner metrics.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Final evidence saves raw JSON with the deployed commit SHA, model, provider status, and UTC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566160" cy="169164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59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2395728"/>
            <a:ext cx="3200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Reproducible local diagnostic: ready.</a:t>
            </a:r>
            <a:br/>
            <a:r>
              <a:t>Final model-backed cloud benchmark: pending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Judge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A clear three-minute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Create project preferences and a critical no-secrets constraint.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Open a new session and show cross-session recall in the Memory Trace.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Record a planned future migration and show the supersession event.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Ask for current versus planned stack: React + Vite today; Next.js only as the next-step plan.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Show the evaluation report, then live cloud health and persistence proof after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611880" cy="205740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9933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Recording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395728"/>
            <a:ext cx="324612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Use the exact final deployed build. Keep the video public, English or subtitled, under three minutes, and free of credentials or copyrighted music.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Alibaba Cloud deployment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Pending until the local release gate is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6576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Cloud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329184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DashScope/Qwen for model calls</a:t>
            </a:r>
            <a:br/>
            <a:r>
              <a:t>Tablestore for persistent memory/events</a:t>
            </a:r>
            <a:br/>
            <a:r>
              <a:t>OSS for redacted artifacts</a:t>
            </a:r>
            <a:br/>
            <a:r>
              <a:t>ECS, Function Compute, or ACK for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188720"/>
            <a:ext cx="3246120" cy="2926080"/>
          </a:xfrm>
          <a:prstGeom prst="roundRect">
            <a:avLst/>
          </a:prstGeom>
          <a:solidFill>
            <a:srgbClr val="EEF2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35331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Required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55648"/>
            <a:ext cx="288036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Public signed-out URL</a:t>
            </a:r>
            <a:br/>
            <a:r>
              <a:t>/health with Qwen + actual cloud mode</a:t>
            </a:r>
            <a:br/>
            <a:r>
              <a:t>Memory survives restart</a:t>
            </a:r>
            <a:br/>
            <a:r>
              <a:t>Tablestore and OSS evidence</a:t>
            </a:r>
            <a:br/>
            <a:r>
              <a:t>Raw deployed benchmark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188720"/>
            <a:ext cx="3474720" cy="292608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3533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No fabricated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755648"/>
            <a:ext cx="310896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Replace this slide's pending status only after the exact public deployment, screenshots, and raw benchmark output are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FDBFE"/>
                </a:solidFill>
                <a:latin typeface="Aptos"/>
              </a:defRPr>
            </a:pPr>
            <a:r>
              <a:t>Finish only with verified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MemoPilot IQ · Qwen Cloud Global AI Hackathon ·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629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Public repository: github.com/MaharMuavia/memopilot-iq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Track 1: MemoryAgent, project description, architecture diagram, and MIT license.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Public working URL and deployment proof from Alibaba Cloud.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Public under-three-minute demo video and final deck with working links.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Published build story and raw final evaluation report tied to the submitted commit.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566160" cy="210312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59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Before submitting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2395728"/>
            <a:ext cx="3200400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Check every public link while signed out. Confirm the deployed app, README, video, deck, health response, benchmark, and Devpost description agree on the same final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